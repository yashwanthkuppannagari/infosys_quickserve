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6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63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16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7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28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6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21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06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5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12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934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78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04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74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51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7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98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452" y="835742"/>
            <a:ext cx="8101780" cy="1244878"/>
          </a:xfrm>
        </p:spPr>
        <p:txBody>
          <a:bodyPr/>
          <a:lstStyle/>
          <a:p>
            <a:pPr algn="ctr"/>
            <a:r>
              <a:rPr sz="3800" dirty="0">
                <a:latin typeface="Algerian" panose="04020705040A02060702" pitchFamily="82" charset="0"/>
              </a:rPr>
              <a:t>Qui</a:t>
            </a:r>
            <a:r>
              <a:rPr lang="en-IN" sz="3800" dirty="0" err="1">
                <a:latin typeface="Algerian" panose="04020705040A02060702" pitchFamily="82" charset="0"/>
              </a:rPr>
              <a:t>ckServe</a:t>
            </a:r>
            <a:r>
              <a:rPr lang="en-IN" sz="3800" dirty="0">
                <a:latin typeface="Algerian" panose="04020705040A02060702" pitchFamily="82" charset="0"/>
              </a:rPr>
              <a:t> Localized             Service Booking App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F4A70D-B0AD-A0CB-68F3-AB5124B35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9315" y="3254478"/>
            <a:ext cx="4227871" cy="1522903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Algerian" panose="04020705040A02060702" pitchFamily="82" charset="0"/>
              </a:rPr>
              <a:t>Submitted By</a:t>
            </a:r>
          </a:p>
          <a:p>
            <a:r>
              <a:rPr lang="en-IN" b="1" dirty="0">
                <a:solidFill>
                  <a:schemeClr val="bg1"/>
                </a:solidFill>
                <a:latin typeface="Algerian" panose="04020705040A02060702" pitchFamily="82" charset="0"/>
              </a:rPr>
              <a:t>Nishanthini A</a:t>
            </a:r>
          </a:p>
          <a:p>
            <a:r>
              <a:rPr lang="en-IN" b="1" dirty="0">
                <a:solidFill>
                  <a:schemeClr val="bg1"/>
                </a:solidFill>
                <a:latin typeface="Algerian" panose="04020705040A02060702" pitchFamily="82" charset="0"/>
              </a:rPr>
              <a:t>B Tech-IT</a:t>
            </a:r>
          </a:p>
          <a:p>
            <a:endParaRPr lang="en-IN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Easy online booking of home services</a:t>
            </a:r>
          </a:p>
          <a:p>
            <a:r>
              <a:rPr dirty="0"/>
              <a:t>Secure login using OTP email verification</a:t>
            </a:r>
          </a:p>
          <a:p>
            <a:r>
              <a:rPr dirty="0"/>
              <a:t>Digital wallet with PIN-based payments</a:t>
            </a:r>
          </a:p>
          <a:p>
            <a:r>
              <a:rPr dirty="0"/>
              <a:t>Real-time chat and smart notifications</a:t>
            </a:r>
          </a:p>
          <a:p>
            <a:r>
              <a:rPr dirty="0"/>
              <a:t>Admin-controlled, scalable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HTML, CSS, JavaScript</a:t>
            </a:r>
          </a:p>
          <a:p>
            <a:r>
              <a:rPr dirty="0"/>
              <a:t>Backend: Java, Spring Boot, REST APIs</a:t>
            </a:r>
          </a:p>
          <a:p>
            <a:r>
              <a:rPr dirty="0"/>
              <a:t>Database: MySQL</a:t>
            </a:r>
          </a:p>
          <a:p>
            <a:r>
              <a:rPr dirty="0"/>
              <a:t>Email: </a:t>
            </a:r>
            <a:r>
              <a:rPr dirty="0" err="1"/>
              <a:t>JavaMailSender</a:t>
            </a:r>
            <a:r>
              <a:rPr dirty="0"/>
              <a:t> (OTP)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OTP-based registration and secure login</a:t>
            </a:r>
          </a:p>
          <a:p>
            <a:r>
              <a:rPr dirty="0"/>
              <a:t>Book services and track booking status</a:t>
            </a:r>
          </a:p>
          <a:p>
            <a:r>
              <a:rPr dirty="0"/>
              <a:t>Real-time chat with providers</a:t>
            </a:r>
          </a:p>
          <a:p>
            <a:r>
              <a:rPr dirty="0"/>
              <a:t>Ratings, reviews, and complaints</a:t>
            </a:r>
          </a:p>
          <a:p>
            <a:r>
              <a:rPr dirty="0"/>
              <a:t>Automatic booking notifications</a:t>
            </a:r>
            <a:endParaRPr lang="en-IN" dirty="0"/>
          </a:p>
          <a:p>
            <a:r>
              <a:rPr lang="en-IN" dirty="0"/>
              <a:t>Communicate with chatbot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Provider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and get admin approval</a:t>
            </a:r>
          </a:p>
          <a:p>
            <a:r>
              <a:t>Accept / reject booking requests</a:t>
            </a:r>
          </a:p>
          <a:p>
            <a:r>
              <a:t>Update service completion status</a:t>
            </a:r>
          </a:p>
          <a:p>
            <a:r>
              <a:t>View earnings and booking history</a:t>
            </a:r>
          </a:p>
          <a:p>
            <a:r>
              <a:t>Chat with users and receive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users and service providers</a:t>
            </a:r>
          </a:p>
          <a:p>
            <a:r>
              <a:t>Approve providers and monitor bookings</a:t>
            </a:r>
          </a:p>
          <a:p>
            <a:r>
              <a:t>Track payments, revenue, and reviews</a:t>
            </a:r>
          </a:p>
          <a:p>
            <a:r>
              <a:t>Handle complaints and notifications</a:t>
            </a:r>
          </a:p>
          <a:p>
            <a:r>
              <a:t>Dashboard with key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42EEE-3EAB-0754-B936-A888DFBC5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73360A-1633-E73E-0704-645B806D5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3534" y="3665607"/>
            <a:ext cx="4069379" cy="258110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29EFB0-6DAB-8151-79E0-843D70892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535" y="835609"/>
            <a:ext cx="4069378" cy="27038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D04D57-98F8-1EA9-ADE0-78228150C2B2}"/>
              </a:ext>
            </a:extLst>
          </p:cNvPr>
          <p:cNvSpPr txBox="1"/>
          <p:nvPr/>
        </p:nvSpPr>
        <p:spPr>
          <a:xfrm>
            <a:off x="484710" y="2005781"/>
            <a:ext cx="149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Index Page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B85771E-3ECB-246E-3E89-35B595F775DB}"/>
              </a:ext>
            </a:extLst>
          </p:cNvPr>
          <p:cNvSpPr/>
          <p:nvPr/>
        </p:nvSpPr>
        <p:spPr>
          <a:xfrm>
            <a:off x="1976358" y="2005781"/>
            <a:ext cx="55562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650F32-35C8-4A52-3F13-36E4C5CE0507}"/>
              </a:ext>
            </a:extLst>
          </p:cNvPr>
          <p:cNvSpPr txBox="1"/>
          <p:nvPr/>
        </p:nvSpPr>
        <p:spPr>
          <a:xfrm>
            <a:off x="314632" y="4823344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User Module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13E1E6D-F98A-BAF4-314D-AF6F597E401F}"/>
              </a:ext>
            </a:extLst>
          </p:cNvPr>
          <p:cNvSpPr/>
          <p:nvPr/>
        </p:nvSpPr>
        <p:spPr>
          <a:xfrm>
            <a:off x="1956438" y="4762437"/>
            <a:ext cx="693347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46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187B-92D6-3257-AB84-F9798A0B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Output: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3E761E4-ED06-579B-0F08-63BB8FBD9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4580" y="3623631"/>
            <a:ext cx="3399657" cy="3062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C493C5-98BB-74E1-C518-3248CB7A2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80" y="1071716"/>
            <a:ext cx="3399657" cy="2458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DB4DBB-90C1-2FA0-4990-90024025192A}"/>
              </a:ext>
            </a:extLst>
          </p:cNvPr>
          <p:cNvSpPr txBox="1"/>
          <p:nvPr/>
        </p:nvSpPr>
        <p:spPr>
          <a:xfrm>
            <a:off x="621297" y="2300748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Provider Module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303A45C-A937-DBD4-70C8-EB56D7406B27}"/>
              </a:ext>
            </a:extLst>
          </p:cNvPr>
          <p:cNvSpPr/>
          <p:nvPr/>
        </p:nvSpPr>
        <p:spPr>
          <a:xfrm>
            <a:off x="2880852" y="2264532"/>
            <a:ext cx="711072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749A6-3DB0-D486-4A69-7D6327801B9F}"/>
              </a:ext>
            </a:extLst>
          </p:cNvPr>
          <p:cNvSpPr txBox="1"/>
          <p:nvPr/>
        </p:nvSpPr>
        <p:spPr>
          <a:xfrm>
            <a:off x="621297" y="4785452"/>
            <a:ext cx="2016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Admin Module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2FA229-4767-C37F-92DF-F1302578312C}"/>
              </a:ext>
            </a:extLst>
          </p:cNvPr>
          <p:cNvSpPr/>
          <p:nvPr/>
        </p:nvSpPr>
        <p:spPr>
          <a:xfrm>
            <a:off x="2880852" y="4727802"/>
            <a:ext cx="78176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589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secure service booking platform</a:t>
            </a:r>
          </a:p>
          <a:p>
            <a:r>
              <a:t>Real-time communication and digital payments</a:t>
            </a:r>
          </a:p>
          <a:p>
            <a:r>
              <a:t>Quality ensured through ratings and complaints</a:t>
            </a:r>
          </a:p>
          <a:p>
            <a:r>
              <a:t>Full admin monitoring and control</a:t>
            </a:r>
          </a:p>
          <a:p>
            <a:r>
              <a:t>Built with Java, Spring Boot, and MySQL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52782-425C-6F3F-3B13-BAEC3DB5B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9800" y="2681575"/>
            <a:ext cx="4544400" cy="10331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6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133569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97</TotalTime>
  <Words>194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Century Gothic</vt:lpstr>
      <vt:lpstr>Times New Roman</vt:lpstr>
      <vt:lpstr>Wingdings 3</vt:lpstr>
      <vt:lpstr>Ion</vt:lpstr>
      <vt:lpstr>QuickServe Localized             Service Booking App</vt:lpstr>
      <vt:lpstr>Objectives</vt:lpstr>
      <vt:lpstr>Technologies Used</vt:lpstr>
      <vt:lpstr>User Module</vt:lpstr>
      <vt:lpstr>Provider Module</vt:lpstr>
      <vt:lpstr>Admin Module</vt:lpstr>
      <vt:lpstr>OUTPUT:</vt:lpstr>
      <vt:lpstr>Output: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</dc:creator>
  <cp:keywords/>
  <dc:description>generated using python-pptx</dc:description>
  <cp:lastModifiedBy>prdfanhyd</cp:lastModifiedBy>
  <cp:revision>6</cp:revision>
  <dcterms:created xsi:type="dcterms:W3CDTF">2013-01-27T09:14:16Z</dcterms:created>
  <dcterms:modified xsi:type="dcterms:W3CDTF">2025-12-17T04:52:08Z</dcterms:modified>
  <cp:category/>
</cp:coreProperties>
</file>